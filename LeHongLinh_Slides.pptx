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chỉ cần thả file — hệ thống tự băm và tra cứu bản ghi tương ứng theo hash nội dung (không cần nhớ mã tài liệu), rồi đọc hash gốc trực tiếp từ Smart Contract để so sánh; hỗ trợ cả nhập mã thủ công khi file đã đổi tên.</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144 ca kiểm thử (96 tự động + 48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